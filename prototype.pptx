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FormPilot: Autonomous Public Application Assistant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Eliminating clerical rejection, predatory cyber cafe fees, and biometric errors for 25M+ aspirants.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1224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Operational Prototype &amp; Architectural 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Backed by a comprehensive test suite of 370+ automated unit and integration tests.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Tested against actual complex public recruitment schemas (SSC, Railways RRB, State PSCs).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Eliminates fatal clerical mistakes and guarantees strict document size compliance (20-50KB).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Protects candidate safety with non-negotiable Pre-Payment Locks and live human takeover.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3-Hour Ordeal of Public Job Applications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Hostile government portals turn life-defining career opportunities into an error-prone nightmare.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1224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Operational Prototype &amp; Architectural 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Backed by a comprehensive test suite of 370+ automated unit and integration tests.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Tested against actual complex public recruitment schemas (SSC, Railways RRB, State PSCs).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Eliminates fatal clerical mistakes and guarantees strict document size compliance (20-50KB).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Protects candidate safety with non-negotiable Pre-Payment Locks and live human takeover.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Architecture: The Verified End-to-End Loop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One-Vault profile paired with semantic DOM scanning and real-time Playwright CDP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1224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Operational Prototype &amp; Architectural 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Backed by a comprehensive test suite of 370+ automated unit and integration tests.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Tested against actual complex public recruitment schemas (SSC, Railways RRB, State PSCs).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Eliminates fatal clerical mistakes and guarantees strict document size compliance (20-50KB).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Protects candidate safety with non-negotiable Pre-Payment Locks and live human takeover.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Innovation 1: Deterministic Biometrics Studio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Automatic binary-search image compression to strict 20-50 KB photo &amp; 10-20 KB signature ranges.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1224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Operational Prototype &amp; Architectural 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Backed by a comprehensive test suite of 370+ automated unit and integration tests.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Tested against actual complex public recruitment schemas (SSC, Railways RRB, State PSCs).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Eliminates fatal clerical mistakes and guarantees strict document size compliance (20-50KB).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Protects candidate safety with non-negotiable Pre-Payment Locks and live human takeover.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Innovation 2: Live Browser Cockpit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Bi-directional CDP streaming over WebSockets with one-click human takeover and canvas event forwarding.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1224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Operational Prototype &amp; Architectural 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Backed by a comprehensive test suite of 370+ automated unit and integration tests.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Tested against actual complex public recruitment schemas (SSC, Railways RRB, State PSCs).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Eliminates fatal clerical mistakes and guarantees strict document size compliance (20-50KB).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Protects candidate safety with non-negotiable Pre-Payment Locks and live human takeover.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Innovation 3: Ethical Boundaries &amp; Pre-Payment Lock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Hard-coded safety stop before fee payment and zero CAPTCHA bypass for total legal compliance.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1224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Operational Prototype &amp; Architectural 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Backed by a comprehensive test suite of 370+ automated unit and integration tests.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Tested against actual complex public recruitment schemas (SSC, Railways RRB, State PSCs).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Eliminates fatal clerical mistakes and guarantees strict document size compliance (20-50KB).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Protects candidate safety with non-negotiable Pre-Payment Locks and live human takeover.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Empirical Validation &amp; Benchmark Results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Verified by 370+ automated tests, slashing application time from 45 minutes to under 2 minutes.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1224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Operational Prototype &amp; Architectural 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Backed by a comprehensive test suite of 370+ automated unit and integration tests.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Tested against actual complex public recruitment schemas (SSC, Railways RRB, State PSCs).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Eliminates fatal clerical mistakes and guarantees strict document size compliance (20-50KB).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Protects candidate safety with non-negotiable Pre-Payment Locks and live human takeover.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Socio-Economic Impact &amp; Scalable Horizons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Democratizing public sector opportunities across Bharat with zero hardware cost and vernacular guidance.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4389120"/>
          </a:xfrm>
          <a:prstGeom prst="roundRect">
            <a:avLst/>
          </a:prstGeom>
          <a:solidFill>
            <a:srgbClr val="11224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Operational Prototype &amp; Architectural Validation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Backed by a comprehensive test suite of 370+ automated unit and integration tests.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Tested against actual complex public recruitment schemas (SSC, Railways RRB, State PSCs).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Eliminates fatal clerical mistakes and guarantees strict document size compliance (20-50KB).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Protects candidate safety with non-negotiable Pre-Payment Locks and live human takeover.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